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2b17cb911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2b17cb91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2b17cb91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c2b17cb91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c2b17cb91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c2b17cb91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2b17cb91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2b17cb91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2b17cb91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2b17cb91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2b17cb91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2b17cb91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2b17cb91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2b17cb91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2b17cb91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2b17cb91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2b17cb91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2b17cb91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2b17cb91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2b17cb9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e appendix overview slide to match the same theme as the rest"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5" name="Google Shape;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0" name="Google Shape;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5" name="Google Shape;9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0" name="Google Shape;1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5" name="Google Shape;10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